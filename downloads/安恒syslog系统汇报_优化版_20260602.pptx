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信息安全与RJ审计风险一体化解决方案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微软雅黑"/>
              </a:defRPr>
            </a:pPr>
            <a:r>
              <a:t>安恒明御综合日志审计平台汇报 — 采购决策版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为什么需要统一的日志审计平台？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【核心痛点】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日志分散存储于各设备，无统一采集与防篡改机制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无定期日志审阅流程，缺乏自动化分析工具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非工作时间、节假日几乎无有效监控，存在明显盲区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【双重合规压力】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ISO 27001:2022 A.8.15 日志 / A.8.16 监控 — 年度监督审核在即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RJ总部审计要求1-16至1-18 — 管理员操作、业务系统、网络设备日志至少保留365天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【时间紧迫】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信息安全外审：2025年9月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RJ总部审计：2025年10-11月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部署周期约5-6周，必须立即启动采购流程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当前日志管理与ISO 27001要求的差距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【当前差距】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1. 日志采集不统一：分散在各设备，无法集中管理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2. 日志完整性保护不足：可被手动修改或删除，无防篡改机制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3. 日志访问控制缺失：未限制管理员对日志的访问权限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4. 日志保留周期不足：未满足365天保留要求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5. 无定期审阅流程：缺乏自动化分析工具，仅靠人工排查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【风险】以上5项差距构成体系性合规风险，可能导致ISO 27001年度监督审核不通过，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直接影响客户验厂结果及后续订单（ISO 27001是客户强制要求的认证体系）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当前日志管理与RJ总部审计要求的差距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【RJ总部审计要求（1-16至1-18）】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1. 管理员账户操作：需确认生产环境变更申请已提交，操作日志统一记录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2. 业务系统日志：访问日志、操作日志至少保留365天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3. 网络设备日志：访问日志、操作日志至少保留365天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4. 管理员异常登录告警：非工作时间登录需实时告警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5. 日志统一检索与审计：支持跨设备日志关联分析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【现状】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日志分散，保留周期不够，管理员半夜登录无任何告警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无法满足审计员对'谁改了、什么时候改的、改了什么'的追溯要求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【风险】审计扣分将直接影响集团年度内控评分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当前公司内设备情况梳理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【经全公司IT资产清查】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业务操作系统（含虚拟机及物理机OS）：约100台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物理服务器：约20台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网络设备：约40台（防火墙、交换机、路由器）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数据库及应用系统：约10套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【当前日志源】约170个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【建议采购授权】200个（预留15%扩容余量）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【部署方式】纯软件虚拟机部署，无需新增硬件，利用现有VMware资源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IT人力成本优化（上）— 现状痛点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【当前困境】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日志分散：防火墙4台、AD 2台、服务器20+台、虚拟机70+台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日均日志超千万条，人工逐台登录查看，单次排查需2-4小时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非工作时间、节假日几乎无有效监控，存在明显盲区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依赖个人经验判断，异常行为极易遗漏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【IT团队现状】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现有IT团队3-4人，已满负荷运转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安全排查占用大量人力，影响日常运维效率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IT人力成本优化（下）— 优化效果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【优化效果对比】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日志查询时间：    2-4小时/次  →  10-30分钟/次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告警响应时间：    数小时后     →  分钟级实时推送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合规报表生成：    手工2-3人天  →  一键自动生成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监控覆盖时间：    工作日8小时   →  7×24小时自动监控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【关键优势】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无需新增安全编制，现有团队即可承担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自动化告警减少人工排查，释放IT人力投入核心业务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安全事故展示 — 内部风险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【当前状态：无感知、无记录、无拦截】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场景1：大量拷贝/删除文件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• 批量下载技术资料、核心文件夹异常删除、离职前数据打包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• 现状：无告警、无记录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场景2：非工作时间访问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• 深夜登录核心系统、节假日访问敏感数据、异地IP异常登录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• 现状：无记录、无告警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场景3：数据库批量导出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• SELECT *全表导出、无WHERE条件查询、非业务账号操作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• 现状：无拦截、无审计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【后果】IT自证困难，责任界定不清，只能被动挨打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安全事故展示 — 外部案例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【外部案例警示】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案例1：半导体行业客户验厂失败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某半导体封测企业因无法提供完整服务器操作日志，在客户验厂审计中被判定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'信息安全管控失效'，导致订单暂停并支付整改违约金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案例2：数据安全法处罚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《数据安全法》第45条：未履行数据安全保护义务，最高可处1000万元罚款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制造业企业因数据库操作无日志留存，被监管约谈并处罚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【核心转变】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从'事后追溯、责任不清' → '事前预警、全程留痕、审计自证'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为什么选择安恒明御综合日志审计平台？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【产品名称】明御综合日志审计平台（DAS-Logger）软件版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【部署方式】虚拟机部署（VMware/Xen/KVM/Hyper-V）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【授权规模】200个日志源授权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【产品定位】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对各类日志数据进行全面采集、解析和深度关联分析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及时发现安全威胁和异常行为事件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内置ISO 27001及RJ审计合规报表模板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【功能对应】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日志统一采集 → 解决ISO A.8.15差距1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防篡改存储 → 解决差距2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权限分离 → 解决差距3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365天保留 → 解决差距4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自动审阅与告警 → 解决差距5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调研竞品系统功能对比情况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【选型过程】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前期测试深信服LAS-1000，发现关键功能缺陷：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- 不支持ISO 27001内置合规报表模板自定义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- 不支持Grok/正则自定义解析，部分国产设备日志格式无法识别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- 无法满足RJ审计1-18网络设备日志365天保留要求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2025年5月切换测试安恒明御平台，经1个月验证，功能完全匹配需求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【竞品功能对比】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功能项              安恒明御    奇安信     深信服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日志统一采集         ✓         ✓         ✓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防篡改存储           ✓         ✓         ✗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ISO27001内置报表     ✓         ✓         ✗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自定义解析规则       ✓         ✓         ✗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三权分立            ✓         ✓         ✗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RJ审计合规模板       ✓         部分       ✗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结论：安恒功能最全面，完全匹配合规需求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充分利用现有虚拟化资源，仅采购软件许可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【一、虚拟机资源需求】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利用现有VMware集群，无需新增硬件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推荐配置：16C / 32GB内存 / 1TB存储（SSD）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网络：千兆内网，syslog UDP流量&lt;1%带宽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【二、软件许可预算】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参考价格区间：10-15万元（200日志源永久授权）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市场参考：深信服LAS-1000约8-10万，奇安信约12-15万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【三、付款方式与税务】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13%增值税专用发票，可抵扣进项税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分三期付款：首付30%启动 → 部署完成40% → 运行3个月无问题30%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【四、后续维保】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3年免费维保期后，年维保费约¥23,444（含软件升级及技术支持）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供应商报价及比价表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【供应商报价对比】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供应商                    报价        授权类型      备注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上海天哲计算机科技        ¥134,246   永久授权      本地服务商，安恒原厂授权代理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安恒原厂直销              ¥160,000   永久授权      价格偏高，服务响应周期较长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华为云（订阅）            ¥82,872/年  年订阅       需持续付费，3年TCO更高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【推荐方案】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建议采购：上海天哲方案，DAS-LOG-1200-C永久授权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理由：价格最低、本地服务响应快、原厂授权代理资质齐全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【预算来源】IT Q2季度预算，无需额外追加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供应商部分资质证书展示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【安恒信息原厂资质】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中国国家信息安全产品认证证书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网络安全专用产品安全检测证书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软件著作权登记证书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等保2.0合规产品认证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【上海天哲代理资质】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安恒信息原厂授权代理证书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本地服务团队，制造业行业服务经验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注册资本及营业执照齐全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【资质核验】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安恒信息官网可查验代理授权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三证合一，税务合规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纯软件部署，周期短、成本低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【部署里程碑】（总周期约5-6周）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第1周：采购审批完成，合同签订，供应商备货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第2周：环境准备（VMware资源调配、网络配置）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第3周：软件部署安装（约1天）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第4-5周：日志接入与调试（170个日志源分批接入）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第6周：报表配置、合规模板验证、试运行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第7周：验收与培训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【与审计时间对齐】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6月初启动 → 7月中旬完成部署 → 8月稳定运行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9月：迎接信息安全外审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10-11月：迎接RJ总部审计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【预期效果】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合规性：满足ISO 27001及RJ审计全部要求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审计效率：日志查询从2-4小时降至10-30分钟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风险发现：实时告警，分钟级响应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成本优势：纯软件部署，无需新增硬件及编制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采购决策建议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【推荐方案】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供应商：上海天哲计算机科技有限公司（安恒原厂授权代理）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产品：明御综合日志审计平台 DAS-LOG-1200-C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• 授权：200个日志源永久授权 + 3年免费维保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【合同金额】¥134,246（含税13%，可抵扣进项税约¥15,450）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【付款计划】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合同签订（30%）    ¥40,274    启动项目，供应商备货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部署完成一周（40%） ¥53,698    170个日志源全部接入，平台稳定</a:t>
            </a:r>
          </a:p>
          <a:p>
            <a:pPr lvl="1"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  运行3个月（30%）   ¥40,274    通过试运行，无重大故障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【选型说明】前期测试深信服LAS-1000，因不支持ISO27001内置报表及自定义解析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规则，无法满足RJ审计要求；5月切换安恒，1个月验证通过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  <a:latin typeface="微软雅黑"/>
              </a:defRPr>
            </a:pPr>
            <a:r>
              <a:t>【请领导审批】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9696"/>
                </a:solidFill>
                <a:latin typeface="微软雅黑"/>
              </a:defRPr>
            </a:pPr>
            <a:r>
              <a:t>RORZE CREATECH CO.,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